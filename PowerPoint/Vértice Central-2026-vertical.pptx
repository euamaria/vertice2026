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6858000" cy="12192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504" y="-4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zi Vieira" userId="e99ae4e0764d9f0b" providerId="LiveId" clId="{EFB03F80-B5FE-4B99-A00A-66D6E330B27E}"/>
    <pc:docChg chg="modSld">
      <pc:chgData name="Suzi Vieira" userId="e99ae4e0764d9f0b" providerId="LiveId" clId="{EFB03F80-B5FE-4B99-A00A-66D6E330B27E}" dt="2026-10-23T21:09:54.548" v="5" actId="20577"/>
      <pc:docMkLst>
        <pc:docMk/>
      </pc:docMkLst>
      <pc:sldChg chg="modSp mod">
        <pc:chgData name="Suzi Vieira" userId="e99ae4e0764d9f0b" providerId="LiveId" clId="{EFB03F80-B5FE-4B99-A00A-66D6E330B27E}" dt="2026-10-23T21:09:54.548" v="5" actId="20577"/>
        <pc:sldMkLst>
          <pc:docMk/>
          <pc:sldMk cId="4129298875" sldId="257"/>
        </pc:sldMkLst>
        <pc:spChg chg="mod">
          <ac:chgData name="Suzi Vieira" userId="e99ae4e0764d9f0b" providerId="LiveId" clId="{EFB03F80-B5FE-4B99-A00A-66D6E330B27E}" dt="2026-10-23T21:09:54.548" v="5" actId="20577"/>
          <ac:spMkLst>
            <pc:docMk/>
            <pc:sldMk cId="4129298875" sldId="257"/>
            <ac:spMk id="2" creationId="{598A7799-4D7F-4D1E-E124-E1CAE115FF55}"/>
          </ac:spMkLst>
        </pc:spChg>
        <pc:spChg chg="mod">
          <ac:chgData name="Suzi Vieira" userId="e99ae4e0764d9f0b" providerId="LiveId" clId="{EFB03F80-B5FE-4B99-A00A-66D6E330B27E}" dt="2026-10-23T21:09:29.348" v="3" actId="404"/>
          <ac:spMkLst>
            <pc:docMk/>
            <pc:sldMk cId="4129298875" sldId="257"/>
            <ac:spMk id="5" creationId="{81ED2327-B833-296F-DBE9-2C58859C91FA}"/>
          </ac:spMkLst>
        </pc:spChg>
        <pc:spChg chg="mod">
          <ac:chgData name="Suzi Vieira" userId="e99ae4e0764d9f0b" providerId="LiveId" clId="{EFB03F80-B5FE-4B99-A00A-66D6E330B27E}" dt="2026-10-23T21:09:29.348" v="3" actId="404"/>
          <ac:spMkLst>
            <pc:docMk/>
            <pc:sldMk cId="4129298875" sldId="257"/>
            <ac:spMk id="7" creationId="{73EB15A1-0B1A-08EB-DA85-2C25F0C5A0F4}"/>
          </ac:spMkLst>
        </pc:spChg>
        <pc:spChg chg="mod">
          <ac:chgData name="Suzi Vieira" userId="e99ae4e0764d9f0b" providerId="LiveId" clId="{EFB03F80-B5FE-4B99-A00A-66D6E330B27E}" dt="2026-10-23T21:09:29.348" v="3" actId="404"/>
          <ac:spMkLst>
            <pc:docMk/>
            <pc:sldMk cId="4129298875" sldId="257"/>
            <ac:spMk id="9" creationId="{6D405602-0F19-DB67-9779-5AB0ABEB0C63}"/>
          </ac:spMkLst>
        </pc:spChg>
        <pc:spChg chg="mod">
          <ac:chgData name="Suzi Vieira" userId="e99ae4e0764d9f0b" providerId="LiveId" clId="{EFB03F80-B5FE-4B99-A00A-66D6E330B27E}" dt="2026-10-23T21:09:29.348" v="3" actId="404"/>
          <ac:spMkLst>
            <pc:docMk/>
            <pc:sldMk cId="4129298875" sldId="257"/>
            <ac:spMk id="11" creationId="{ACF50E4C-A7A2-C4DA-E49E-F38DC2A71C32}"/>
          </ac:spMkLst>
        </pc:spChg>
        <pc:spChg chg="mod">
          <ac:chgData name="Suzi Vieira" userId="e99ae4e0764d9f0b" providerId="LiveId" clId="{EFB03F80-B5FE-4B99-A00A-66D6E330B27E}" dt="2026-10-23T21:09:29.348" v="3" actId="404"/>
          <ac:spMkLst>
            <pc:docMk/>
            <pc:sldMk cId="4129298875" sldId="257"/>
            <ac:spMk id="17" creationId="{1B57EF27-E6F9-612C-B1E6-CA3BE7F8FB1A}"/>
          </ac:spMkLst>
        </pc:spChg>
        <pc:spChg chg="mod">
          <ac:chgData name="Suzi Vieira" userId="e99ae4e0764d9f0b" providerId="LiveId" clId="{EFB03F80-B5FE-4B99-A00A-66D6E330B27E}" dt="2026-10-23T21:09:29.348" v="3" actId="404"/>
          <ac:spMkLst>
            <pc:docMk/>
            <pc:sldMk cId="4129298875" sldId="257"/>
            <ac:spMk id="21" creationId="{A313DEF9-4D16-220D-CF52-651896F63F58}"/>
          </ac:spMkLst>
        </pc:spChg>
        <pc:spChg chg="mod">
          <ac:chgData name="Suzi Vieira" userId="e99ae4e0764d9f0b" providerId="LiveId" clId="{EFB03F80-B5FE-4B99-A00A-66D6E330B27E}" dt="2026-10-23T21:09:29.348" v="3" actId="404"/>
          <ac:spMkLst>
            <pc:docMk/>
            <pc:sldMk cId="4129298875" sldId="257"/>
            <ac:spMk id="25" creationId="{A9F5D439-7180-5C75-AB9D-AFF2678485ED}"/>
          </ac:spMkLst>
        </pc:spChg>
        <pc:spChg chg="mod">
          <ac:chgData name="Suzi Vieira" userId="e99ae4e0764d9f0b" providerId="LiveId" clId="{EFB03F80-B5FE-4B99-A00A-66D6E330B27E}" dt="2026-10-23T21:09:29.348" v="3" actId="404"/>
          <ac:spMkLst>
            <pc:docMk/>
            <pc:sldMk cId="4129298875" sldId="257"/>
            <ac:spMk id="27" creationId="{5F868157-A409-2854-D678-4893A7B745C2}"/>
          </ac:spMkLst>
        </pc:spChg>
        <pc:spChg chg="mod">
          <ac:chgData name="Suzi Vieira" userId="e99ae4e0764d9f0b" providerId="LiveId" clId="{EFB03F80-B5FE-4B99-A00A-66D6E330B27E}" dt="2026-10-23T21:09:29.348" v="3" actId="404"/>
          <ac:spMkLst>
            <pc:docMk/>
            <pc:sldMk cId="4129298875" sldId="257"/>
            <ac:spMk id="31" creationId="{6373E073-EAF0-D2F2-BD4C-7B60354E5881}"/>
          </ac:spMkLst>
        </pc:spChg>
        <pc:spChg chg="mod">
          <ac:chgData name="Suzi Vieira" userId="e99ae4e0764d9f0b" providerId="LiveId" clId="{EFB03F80-B5FE-4B99-A00A-66D6E330B27E}" dt="2026-10-23T21:09:29.348" v="3" actId="404"/>
          <ac:spMkLst>
            <pc:docMk/>
            <pc:sldMk cId="4129298875" sldId="257"/>
            <ac:spMk id="33" creationId="{D3CEB4DA-E361-EB36-DD18-D3951CF70C6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9C449-F560-BB28-CCA1-FB821E03B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81A88A-008C-861B-5786-B5983B4F1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75B419-3D56-9BA6-CF19-032F70CA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3844-B542-464C-B26D-052FF3128D9B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15FF3C-D812-0909-F6C5-867E0D4A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64AC31-2ADF-A80A-9113-49D9ECC7E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14C56-EB52-405C-AFF0-806E0BDA66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9365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526DC5-11C7-B259-04A5-715A8AF68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A9188B-83CC-73E6-0B1A-9110A0C1C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A6F337-E46D-DE2A-5394-FC2486EF4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3844-B542-464C-B26D-052FF3128D9B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2120E5-B8E9-5373-520E-8DF23DBD3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701506-5AA6-566A-6E11-701A8DCCD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14C56-EB52-405C-AFF0-806E0BDA66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73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D559B-A447-0591-94EE-E17E65CA2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7" y="3039537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5DC5C4-C407-DF27-63A4-D2184A37C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7" y="8159048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24D824-8C74-5F81-3F4D-21B37100F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3844-B542-464C-B26D-052FF3128D9B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D90CF8-B3C7-CBA8-D5E5-DF1741DEC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77C641-6A4E-3A85-8EFF-86E6AD7CC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14C56-EB52-405C-AFF0-806E0BDA66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072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838CC-6A57-6014-9A7D-181981140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412417-9ED9-DA2C-E6A6-C1EB6E2728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6BEDDF-512D-6041-4DA7-97294A105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3A8B90-AD15-BDE7-7F34-7F3F7BF45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3844-B542-464C-B26D-052FF3128D9B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3DB133-0DE9-1CE9-CF70-7335F96F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1099E7-C759-4E86-D4CB-155039BB8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14C56-EB52-405C-AFF0-806E0BDA66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480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30DEE-A135-79E7-CADB-ED8C5D9A6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649114"/>
            <a:ext cx="5915025" cy="2356556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182413-0BC5-0D40-8E87-19F273443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B28801D-2A68-C234-689B-59BA82042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D5587F3-7C71-DAD9-E992-6979E0723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4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28DCE4A-6D60-F157-2718-7ECD8F8A2C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4" y="4453467"/>
            <a:ext cx="2915543" cy="65503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DEA4258-F4C5-59A0-2BC2-ADB5B2CE3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3844-B542-464C-B26D-052FF3128D9B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9AE7841-D84D-869C-2BF2-7731E193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4EDE8F9-F9AC-65D4-8781-BC16B447E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14C56-EB52-405C-AFF0-806E0BDA66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0696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829CA-BC08-39A4-DF68-62F71E090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B57689B-A332-1963-C442-A0A17CB19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3844-B542-464C-B26D-052FF3128D9B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C6D8FBF-5A8D-3320-6FDC-36D960ACF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29B4D75-FE96-9FAD-44BA-EA5B91FA3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14C56-EB52-405C-AFF0-806E0BDA66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3009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60717D6-9ECA-1BA1-3AB4-31FDCC0BB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3844-B542-464C-B26D-052FF3128D9B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6739E7-E59D-7FBB-0D0E-BB92DCD2C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B3E801-4E3F-C1DA-579D-6ED5C9996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14C56-EB52-405C-AFF0-806E0BDA66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343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1D6E3-A3AA-D049-E1B1-3F14CB552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9817E6-C573-6E2E-8F6D-92F41B86B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A6EEE0-AA68-E055-FFF8-3BE16142E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CEF843-FE35-3803-C84E-FBED8536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3844-B542-464C-B26D-052FF3128D9B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AECAB1-F19A-E0B3-9823-987665F76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D0BEF3-C756-7890-8A8F-136941D8E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14C56-EB52-405C-AFF0-806E0BDA66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2389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49177-6604-EE6C-DD81-0E8509B69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4076C11-338C-F321-A329-7DB13F37C4B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D407346-66AC-FDDF-3D7E-1AE56F4C4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F294EC-B843-21B0-0454-74C7816F8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3844-B542-464C-B26D-052FF3128D9B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B81B66-7132-D797-ECC6-45FA5D0CF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EB7E37-1E8A-42CB-441C-E8B73D3E5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14C56-EB52-405C-AFF0-806E0BDA66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6270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D353B9-06EE-2076-6159-0779EE20A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B49D43A-4801-EEC5-C38D-FC1ADED88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0C761D-3644-A8BA-99A3-4008B9E3A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3844-B542-464C-B26D-052FF3128D9B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C23CE7-547B-7D6E-2F1E-3A010B491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91B281-291B-6257-31BB-F24E00AF6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14C56-EB52-405C-AFF0-806E0BDA66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51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8BFE51-B75E-F787-DCD7-037767948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51500E-DB47-694E-BF18-8F2F285FA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A9DCE1-9FA3-DA93-D5BD-C0F7FBACA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3844-B542-464C-B26D-052FF3128D9B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CB5E47-51F7-FF66-0950-0DB30AC15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47D5D4-CF92-2113-8BDD-CC098DC64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14C56-EB52-405C-AFF0-806E0BDA66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969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D23E5B9-A859-4B68-8D76-E95AD006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E85031-7176-CFFE-F3F8-F6A8EA3EC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9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9704FC-4D31-0B46-5AED-8682E00259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553844-B542-464C-B26D-052FF3128D9B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3A3DD2-4116-C516-362F-57ED071AC1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4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76A598-7871-6A34-7606-4B0126D10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814C56-EB52-405C-AFF0-806E0BDA66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227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598A7799-4D7F-4D1E-E124-E1CAE115FF55}"/>
              </a:ext>
            </a:extLst>
          </p:cNvPr>
          <p:cNvSpPr/>
          <p:nvPr/>
        </p:nvSpPr>
        <p:spPr>
          <a:xfrm>
            <a:off x="2514600" y="5181600"/>
            <a:ext cx="1828800" cy="1828800"/>
          </a:xfrm>
          <a:prstGeom prst="ellipse">
            <a:avLst/>
          </a:prstGeom>
          <a:solidFill>
            <a:srgbClr val="A00000"/>
          </a:solidFill>
          <a:ln w="3810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lang="pt-BR" sz="1600" b="1" dirty="0">
                <a:solidFill>
                  <a:srgbClr val="FFFFFF"/>
                </a:solidFill>
                <a:latin typeface="Calibri" panose="020F0502020204030204" pitchFamily="34" charset="0"/>
              </a:rPr>
              <a:t>FLÁVIO BOLSONARO</a:t>
            </a:r>
          </a:p>
          <a:p>
            <a:pPr algn="ctr"/>
            <a:r>
              <a:rPr lang="pt-BR" sz="1100" dirty="0">
                <a:solidFill>
                  <a:srgbClr val="FFFFFF"/>
                </a:solidFill>
                <a:latin typeface="Calibri" panose="020F0502020204030204" pitchFamily="34" charset="0"/>
              </a:rPr>
              <a:t>O Vértice Central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11CC2D9-B985-42F6-B5A2-8DF426C43F8C}"/>
              </a:ext>
            </a:extLst>
          </p:cNvPr>
          <p:cNvSpPr/>
          <p:nvPr/>
        </p:nvSpPr>
        <p:spPr>
          <a:xfrm>
            <a:off x="2819400" y="279400"/>
            <a:ext cx="1219200" cy="1219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3C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pt-BR" sz="1000" b="1">
                <a:solidFill>
                  <a:srgbClr val="AA0000"/>
                </a:solidFill>
                <a:latin typeface="Calibri" panose="020F0502020204030204" pitchFamily="34" charset="0"/>
              </a:rPr>
              <a:t>1. O Caixa da ALERJ</a:t>
            </a:r>
          </a:p>
          <a:p>
            <a:pPr algn="ctr"/>
            <a:r>
              <a:rPr lang="pt-BR" sz="900">
                <a:solidFill>
                  <a:srgbClr val="141414"/>
                </a:solidFill>
                <a:latin typeface="Calibri" panose="020F0502020204030204" pitchFamily="34" charset="0"/>
              </a:rPr>
              <a:t>Queiroz e 48 envelopes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4EEC90FC-B0A9-2DE7-51E3-3EB6BD7A1721}"/>
              </a:ext>
            </a:extLst>
          </p:cNvPr>
          <p:cNvCxnSpPr/>
          <p:nvPr/>
        </p:nvCxnSpPr>
        <p:spPr>
          <a:xfrm>
            <a:off x="3429000" y="1498600"/>
            <a:ext cx="0" cy="3657600"/>
          </a:xfrm>
          <a:prstGeom prst="line">
            <a:avLst/>
          </a:prstGeom>
          <a:ln w="31750">
            <a:solidFill>
              <a:srgbClr val="A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81ED2327-B833-296F-DBE9-2C58859C91FA}"/>
              </a:ext>
            </a:extLst>
          </p:cNvPr>
          <p:cNvSpPr/>
          <p:nvPr/>
        </p:nvSpPr>
        <p:spPr>
          <a:xfrm>
            <a:off x="4152900" y="1016000"/>
            <a:ext cx="1219200" cy="1219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3C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pt-BR" sz="1000" b="1">
                <a:solidFill>
                  <a:srgbClr val="AA0000"/>
                </a:solidFill>
                <a:latin typeface="Calibri" panose="020F0502020204030204" pitchFamily="34" charset="0"/>
              </a:rPr>
              <a:t>2. Chocolates Bolsotini</a:t>
            </a:r>
          </a:p>
          <a:p>
            <a:pPr algn="ctr"/>
            <a:r>
              <a:rPr lang="pt-BR" sz="900">
                <a:solidFill>
                  <a:srgbClr val="141414"/>
                </a:solidFill>
                <a:latin typeface="Calibri" panose="020F0502020204030204" pitchFamily="34" charset="0"/>
              </a:rPr>
              <a:t>Vendas em dinheiro vivo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637F642-6640-688F-229B-3F98B47B0DC2}"/>
              </a:ext>
            </a:extLst>
          </p:cNvPr>
          <p:cNvCxnSpPr/>
          <p:nvPr/>
        </p:nvCxnSpPr>
        <p:spPr>
          <a:xfrm flipH="1">
            <a:off x="3697641" y="2209764"/>
            <a:ext cx="890605" cy="2985649"/>
          </a:xfrm>
          <a:prstGeom prst="line">
            <a:avLst/>
          </a:prstGeom>
          <a:ln w="31750">
            <a:solidFill>
              <a:srgbClr val="A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ipse 6">
            <a:extLst>
              <a:ext uri="{FF2B5EF4-FFF2-40B4-BE49-F238E27FC236}">
                <a16:creationId xmlns:a16="http://schemas.microsoft.com/office/drawing/2014/main" id="{73EB15A1-0B1A-08EB-DA85-2C25F0C5A0F4}"/>
              </a:ext>
            </a:extLst>
          </p:cNvPr>
          <p:cNvSpPr/>
          <p:nvPr/>
        </p:nvSpPr>
        <p:spPr>
          <a:xfrm>
            <a:off x="4914900" y="2387600"/>
            <a:ext cx="1219200" cy="1219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3C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pt-BR" sz="1000" b="1">
                <a:solidFill>
                  <a:srgbClr val="AA0000"/>
                </a:solidFill>
                <a:latin typeface="Calibri" panose="020F0502020204030204" pitchFamily="34" charset="0"/>
              </a:rPr>
              <a:t>3. Estagiário Quântico</a:t>
            </a:r>
          </a:p>
          <a:p>
            <a:pPr algn="ctr"/>
            <a:r>
              <a:rPr lang="pt-BR" sz="900">
                <a:solidFill>
                  <a:srgbClr val="141414"/>
                </a:solidFill>
                <a:latin typeface="Calibri" panose="020F0502020204030204" pitchFamily="34" charset="0"/>
              </a:rPr>
              <a:t>Cargo em BSB, curso no RJ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7EE9C52-1627-7727-5208-73135E951D54}"/>
              </a:ext>
            </a:extLst>
          </p:cNvPr>
          <p:cNvCxnSpPr/>
          <p:nvPr/>
        </p:nvCxnSpPr>
        <p:spPr>
          <a:xfrm flipH="1">
            <a:off x="3955450" y="3502178"/>
            <a:ext cx="1227569" cy="1815314"/>
          </a:xfrm>
          <a:prstGeom prst="line">
            <a:avLst/>
          </a:prstGeom>
          <a:ln w="31750">
            <a:solidFill>
              <a:srgbClr val="A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6D405602-0F19-DB67-9779-5AB0ABEB0C63}"/>
              </a:ext>
            </a:extLst>
          </p:cNvPr>
          <p:cNvSpPr/>
          <p:nvPr/>
        </p:nvSpPr>
        <p:spPr>
          <a:xfrm>
            <a:off x="5295900" y="3911600"/>
            <a:ext cx="1219200" cy="1219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3C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pt-BR" sz="1000" b="1">
                <a:solidFill>
                  <a:srgbClr val="AA0000"/>
                </a:solidFill>
                <a:latin typeface="Calibri" panose="020F0502020204030204" pitchFamily="34" charset="0"/>
              </a:rPr>
              <a:t>4. Mansão no Lago Sul</a:t>
            </a:r>
          </a:p>
          <a:p>
            <a:pPr algn="ctr"/>
            <a:r>
              <a:rPr lang="pt-BR" sz="900">
                <a:solidFill>
                  <a:srgbClr val="141414"/>
                </a:solidFill>
                <a:latin typeface="Calibri" panose="020F0502020204030204" pitchFamily="34" charset="0"/>
              </a:rPr>
              <a:t>R$ 6 mi e crédito no BRB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934C018-E683-0CDD-B314-56A566A6FB5A}"/>
              </a:ext>
            </a:extLst>
          </p:cNvPr>
          <p:cNvCxnSpPr/>
          <p:nvPr/>
        </p:nvCxnSpPr>
        <p:spPr>
          <a:xfrm flipH="1">
            <a:off x="4222040" y="4848309"/>
            <a:ext cx="1169055" cy="743399"/>
          </a:xfrm>
          <a:prstGeom prst="line">
            <a:avLst/>
          </a:prstGeom>
          <a:ln w="31750">
            <a:solidFill>
              <a:srgbClr val="A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ACF50E4C-A7A2-C4DA-E49E-F38DC2A71C32}"/>
              </a:ext>
            </a:extLst>
          </p:cNvPr>
          <p:cNvSpPr/>
          <p:nvPr/>
        </p:nvSpPr>
        <p:spPr>
          <a:xfrm>
            <a:off x="5422900" y="5486400"/>
            <a:ext cx="1219200" cy="1219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3C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pt-BR" sz="1000" b="1">
                <a:solidFill>
                  <a:srgbClr val="AA0000"/>
                </a:solidFill>
                <a:latin typeface="Calibri" panose="020F0502020204030204" pitchFamily="34" charset="0"/>
              </a:rPr>
              <a:t>5. Adriano da Nóbrega</a:t>
            </a:r>
          </a:p>
          <a:p>
            <a:pPr algn="ctr"/>
            <a:r>
              <a:rPr lang="pt-BR" sz="900">
                <a:solidFill>
                  <a:srgbClr val="141414"/>
                </a:solidFill>
                <a:latin typeface="Calibri" panose="020F0502020204030204" pitchFamily="34" charset="0"/>
              </a:rPr>
              <a:t>Escritório do Crime e mãe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F5DB471B-5655-D7E7-D800-1F52A250F787}"/>
              </a:ext>
            </a:extLst>
          </p:cNvPr>
          <p:cNvCxnSpPr/>
          <p:nvPr/>
        </p:nvCxnSpPr>
        <p:spPr>
          <a:xfrm flipH="1">
            <a:off x="4368800" y="6096000"/>
            <a:ext cx="1054100" cy="0"/>
          </a:xfrm>
          <a:prstGeom prst="line">
            <a:avLst/>
          </a:prstGeom>
          <a:ln w="31750">
            <a:solidFill>
              <a:srgbClr val="A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AB6CC844-97DC-2BB0-5F80-D1910FBBB3EB}"/>
              </a:ext>
            </a:extLst>
          </p:cNvPr>
          <p:cNvSpPr/>
          <p:nvPr/>
        </p:nvSpPr>
        <p:spPr>
          <a:xfrm>
            <a:off x="5295900" y="7061200"/>
            <a:ext cx="1219200" cy="1219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3C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pt-BR" sz="1000" b="1">
                <a:solidFill>
                  <a:srgbClr val="AA0000"/>
                </a:solidFill>
                <a:latin typeface="Calibri" panose="020F0502020204030204" pitchFamily="34" charset="0"/>
              </a:rPr>
              <a:t>6. Doutor Balas Perdidas</a:t>
            </a:r>
          </a:p>
          <a:p>
            <a:pPr algn="ctr"/>
            <a:r>
              <a:rPr lang="pt-BR" sz="900">
                <a:solidFill>
                  <a:srgbClr val="141414"/>
                </a:solidFill>
                <a:latin typeface="Calibri" panose="020F0502020204030204" pitchFamily="34" charset="0"/>
              </a:rPr>
              <a:t>Defesa de PM (Caso Ana Clara)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53924E06-EC57-B703-B0DA-B9B6940EB73D}"/>
              </a:ext>
            </a:extLst>
          </p:cNvPr>
          <p:cNvCxnSpPr/>
          <p:nvPr/>
        </p:nvCxnSpPr>
        <p:spPr>
          <a:xfrm flipH="1" flipV="1">
            <a:off x="4222040" y="6600292"/>
            <a:ext cx="1169055" cy="743399"/>
          </a:xfrm>
          <a:prstGeom prst="line">
            <a:avLst/>
          </a:prstGeom>
          <a:ln w="31750">
            <a:solidFill>
              <a:srgbClr val="A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93FB96DD-D49E-9401-41D9-49173C90DE8E}"/>
              </a:ext>
            </a:extLst>
          </p:cNvPr>
          <p:cNvSpPr/>
          <p:nvPr/>
        </p:nvSpPr>
        <p:spPr>
          <a:xfrm>
            <a:off x="4914900" y="8585200"/>
            <a:ext cx="1219200" cy="1219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3C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pt-BR" sz="1000" b="1">
                <a:solidFill>
                  <a:srgbClr val="AA0000"/>
                </a:solidFill>
                <a:latin typeface="Calibri" panose="020F0502020204030204" pitchFamily="34" charset="0"/>
              </a:rPr>
              <a:t>7. Faraó do Bitcoin</a:t>
            </a:r>
          </a:p>
          <a:p>
            <a:pPr algn="ctr"/>
            <a:r>
              <a:rPr lang="pt-BR" sz="900">
                <a:solidFill>
                  <a:srgbClr val="141414"/>
                </a:solidFill>
                <a:latin typeface="Calibri" panose="020F0502020204030204" pitchFamily="34" charset="0"/>
              </a:rPr>
              <a:t>Defesa formal de ex-sócios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C6CD91C0-732D-7CC5-1076-53041DDE36C8}"/>
              </a:ext>
            </a:extLst>
          </p:cNvPr>
          <p:cNvCxnSpPr/>
          <p:nvPr/>
        </p:nvCxnSpPr>
        <p:spPr>
          <a:xfrm flipH="1" flipV="1">
            <a:off x="3955450" y="6874508"/>
            <a:ext cx="1227569" cy="1815314"/>
          </a:xfrm>
          <a:prstGeom prst="line">
            <a:avLst/>
          </a:prstGeom>
          <a:ln w="31750">
            <a:solidFill>
              <a:srgbClr val="A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1B57EF27-E6F9-612C-B1E6-CA3BE7F8FB1A}"/>
              </a:ext>
            </a:extLst>
          </p:cNvPr>
          <p:cNvSpPr/>
          <p:nvPr/>
        </p:nvSpPr>
        <p:spPr>
          <a:xfrm>
            <a:off x="4152900" y="9956800"/>
            <a:ext cx="1219200" cy="1219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3C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pt-BR" sz="1000" b="1">
                <a:solidFill>
                  <a:srgbClr val="AA0000"/>
                </a:solidFill>
                <a:latin typeface="Calibri" panose="020F0502020204030204" pitchFamily="34" charset="0"/>
              </a:rPr>
              <a:t>8. Postos da Baixada</a:t>
            </a:r>
          </a:p>
          <a:p>
            <a:pPr algn="ctr"/>
            <a:r>
              <a:rPr lang="pt-BR" sz="900">
                <a:solidFill>
                  <a:srgbClr val="141414"/>
                </a:solidFill>
                <a:latin typeface="Calibri" panose="020F0502020204030204" pitchFamily="34" charset="0"/>
              </a:rPr>
              <a:t>Márcio Canella e 96 postos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775451DE-3BF3-5319-5D8A-1A8349DAAD04}"/>
              </a:ext>
            </a:extLst>
          </p:cNvPr>
          <p:cNvCxnSpPr/>
          <p:nvPr/>
        </p:nvCxnSpPr>
        <p:spPr>
          <a:xfrm flipH="1" flipV="1">
            <a:off x="3697641" y="6996587"/>
            <a:ext cx="890605" cy="2985649"/>
          </a:xfrm>
          <a:prstGeom prst="line">
            <a:avLst/>
          </a:prstGeom>
          <a:ln w="31750">
            <a:solidFill>
              <a:srgbClr val="A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lipse 18">
            <a:extLst>
              <a:ext uri="{FF2B5EF4-FFF2-40B4-BE49-F238E27FC236}">
                <a16:creationId xmlns:a16="http://schemas.microsoft.com/office/drawing/2014/main" id="{A9994213-6272-5D2B-C483-D9BDC4ACA4AF}"/>
              </a:ext>
            </a:extLst>
          </p:cNvPr>
          <p:cNvSpPr/>
          <p:nvPr/>
        </p:nvSpPr>
        <p:spPr>
          <a:xfrm>
            <a:off x="2819400" y="10693400"/>
            <a:ext cx="1219200" cy="1219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3C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pt-BR" sz="1000" b="1">
                <a:solidFill>
                  <a:srgbClr val="AA0000"/>
                </a:solidFill>
                <a:latin typeface="Calibri" panose="020F0502020204030204" pitchFamily="34" charset="0"/>
              </a:rPr>
              <a:t>9. Pombo Sem Mansão</a:t>
            </a:r>
          </a:p>
          <a:p>
            <a:pPr algn="ctr"/>
            <a:r>
              <a:rPr lang="pt-BR" sz="900">
                <a:solidFill>
                  <a:srgbClr val="141414"/>
                </a:solidFill>
                <a:latin typeface="Calibri" panose="020F0502020204030204" pitchFamily="34" charset="0"/>
              </a:rPr>
              <a:t>Mansão tomada de Richarlison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3893DAA1-EA42-553B-126B-E6ABD018B906}"/>
              </a:ext>
            </a:extLst>
          </p:cNvPr>
          <p:cNvCxnSpPr/>
          <p:nvPr/>
        </p:nvCxnSpPr>
        <p:spPr>
          <a:xfrm flipV="1">
            <a:off x="3429000" y="7035800"/>
            <a:ext cx="0" cy="3657600"/>
          </a:xfrm>
          <a:prstGeom prst="line">
            <a:avLst/>
          </a:prstGeom>
          <a:ln w="31750">
            <a:solidFill>
              <a:srgbClr val="A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A313DEF9-4D16-220D-CF52-651896F63F58}"/>
              </a:ext>
            </a:extLst>
          </p:cNvPr>
          <p:cNvSpPr/>
          <p:nvPr/>
        </p:nvSpPr>
        <p:spPr>
          <a:xfrm>
            <a:off x="1485900" y="9956800"/>
            <a:ext cx="1219200" cy="1219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3C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pt-BR" sz="1000" b="1">
                <a:solidFill>
                  <a:srgbClr val="AA0000"/>
                </a:solidFill>
                <a:latin typeface="Calibri" panose="020F0502020204030204" pitchFamily="34" charset="0"/>
              </a:rPr>
              <a:t>10. A Doméstica Presidente</a:t>
            </a:r>
          </a:p>
          <a:p>
            <a:pPr algn="ctr"/>
            <a:r>
              <a:rPr lang="pt-BR" sz="900">
                <a:solidFill>
                  <a:srgbClr val="141414"/>
                </a:solidFill>
                <a:latin typeface="Calibri" panose="020F0502020204030204" pitchFamily="34" charset="0"/>
              </a:rPr>
              <a:t>Lídia Mazelli e R$ 5 bi bets</a:t>
            </a: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22513794-D2AA-F867-A5A4-7107FC69923E}"/>
              </a:ext>
            </a:extLst>
          </p:cNvPr>
          <p:cNvCxnSpPr/>
          <p:nvPr/>
        </p:nvCxnSpPr>
        <p:spPr>
          <a:xfrm flipV="1">
            <a:off x="2269754" y="6996587"/>
            <a:ext cx="890605" cy="2985649"/>
          </a:xfrm>
          <a:prstGeom prst="line">
            <a:avLst/>
          </a:prstGeom>
          <a:ln w="31750">
            <a:solidFill>
              <a:srgbClr val="A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ipse 22">
            <a:extLst>
              <a:ext uri="{FF2B5EF4-FFF2-40B4-BE49-F238E27FC236}">
                <a16:creationId xmlns:a16="http://schemas.microsoft.com/office/drawing/2014/main" id="{5FA7A575-642E-A5CC-89D4-708D2CE71853}"/>
              </a:ext>
            </a:extLst>
          </p:cNvPr>
          <p:cNvSpPr/>
          <p:nvPr/>
        </p:nvSpPr>
        <p:spPr>
          <a:xfrm>
            <a:off x="723900" y="8585200"/>
            <a:ext cx="1219200" cy="1219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3C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pt-BR" sz="1000" b="1">
                <a:solidFill>
                  <a:srgbClr val="AA0000"/>
                </a:solidFill>
                <a:latin typeface="Calibri" panose="020F0502020204030204" pitchFamily="34" charset="0"/>
              </a:rPr>
              <a:t>11. Usuário Master do Jato</a:t>
            </a:r>
          </a:p>
          <a:p>
            <a:pPr algn="ctr"/>
            <a:r>
              <a:rPr lang="pt-BR" sz="900">
                <a:solidFill>
                  <a:srgbClr val="141414"/>
                </a:solidFill>
                <a:latin typeface="Calibri" panose="020F0502020204030204" pitchFamily="34" charset="0"/>
              </a:rPr>
              <a:t>Offshore do Legacy 650</a:t>
            </a: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DC88D772-673D-C562-813A-6DA10EBC56D9}"/>
              </a:ext>
            </a:extLst>
          </p:cNvPr>
          <p:cNvCxnSpPr/>
          <p:nvPr/>
        </p:nvCxnSpPr>
        <p:spPr>
          <a:xfrm flipV="1">
            <a:off x="1674981" y="6874508"/>
            <a:ext cx="1227569" cy="1815314"/>
          </a:xfrm>
          <a:prstGeom prst="line">
            <a:avLst/>
          </a:prstGeom>
          <a:ln w="31750">
            <a:solidFill>
              <a:srgbClr val="A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A9F5D439-7180-5C75-AB9D-AFF2678485ED}"/>
              </a:ext>
            </a:extLst>
          </p:cNvPr>
          <p:cNvSpPr/>
          <p:nvPr/>
        </p:nvSpPr>
        <p:spPr>
          <a:xfrm>
            <a:off x="342900" y="7061200"/>
            <a:ext cx="1219200" cy="1219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3C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pt-BR" sz="1000" b="1">
                <a:solidFill>
                  <a:srgbClr val="AA0000"/>
                </a:solidFill>
                <a:latin typeface="Calibri" panose="020F0502020204030204" pitchFamily="34" charset="0"/>
              </a:rPr>
              <a:t>12. Flat Nova Conceição</a:t>
            </a:r>
          </a:p>
          <a:p>
            <a:pPr algn="ctr"/>
            <a:r>
              <a:rPr lang="pt-BR" sz="900">
                <a:solidFill>
                  <a:srgbClr val="141414"/>
                </a:solidFill>
                <a:latin typeface="Calibri" panose="020F0502020204030204" pitchFamily="34" charset="0"/>
              </a:rPr>
              <a:t>Ap do cunhado de Vorcaro</a:t>
            </a:r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606B55F5-8DC8-CA03-BC76-30E1F4F81F26}"/>
              </a:ext>
            </a:extLst>
          </p:cNvPr>
          <p:cNvCxnSpPr/>
          <p:nvPr/>
        </p:nvCxnSpPr>
        <p:spPr>
          <a:xfrm flipV="1">
            <a:off x="1466905" y="6600292"/>
            <a:ext cx="1169054" cy="743399"/>
          </a:xfrm>
          <a:prstGeom prst="line">
            <a:avLst/>
          </a:prstGeom>
          <a:ln w="31750">
            <a:solidFill>
              <a:srgbClr val="A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lipse 26">
            <a:extLst>
              <a:ext uri="{FF2B5EF4-FFF2-40B4-BE49-F238E27FC236}">
                <a16:creationId xmlns:a16="http://schemas.microsoft.com/office/drawing/2014/main" id="{5F868157-A409-2854-D678-4893A7B745C2}"/>
              </a:ext>
            </a:extLst>
          </p:cNvPr>
          <p:cNvSpPr/>
          <p:nvPr/>
        </p:nvSpPr>
        <p:spPr>
          <a:xfrm>
            <a:off x="215900" y="5486400"/>
            <a:ext cx="1219200" cy="1219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3C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pt-BR" sz="1000" b="1">
                <a:solidFill>
                  <a:srgbClr val="AA0000"/>
                </a:solidFill>
                <a:latin typeface="Calibri" panose="020F0502020204030204" pitchFamily="34" charset="0"/>
              </a:rPr>
              <a:t>13. O Faroeste Dark Horse</a:t>
            </a:r>
          </a:p>
          <a:p>
            <a:pPr algn="ctr"/>
            <a:r>
              <a:rPr lang="pt-BR" sz="900">
                <a:solidFill>
                  <a:srgbClr val="141414"/>
                </a:solidFill>
                <a:latin typeface="Calibri" panose="020F0502020204030204" pitchFamily="34" charset="0"/>
              </a:rPr>
              <a:t>Diárias do filme nos EUA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D4CA7FCE-CA62-23FC-B87B-E7BF31FFF565}"/>
              </a:ext>
            </a:extLst>
          </p:cNvPr>
          <p:cNvCxnSpPr/>
          <p:nvPr/>
        </p:nvCxnSpPr>
        <p:spPr>
          <a:xfrm>
            <a:off x="1435100" y="6096000"/>
            <a:ext cx="1054100" cy="0"/>
          </a:xfrm>
          <a:prstGeom prst="line">
            <a:avLst/>
          </a:prstGeom>
          <a:ln w="31750">
            <a:solidFill>
              <a:srgbClr val="A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22AD4279-0907-DEBD-C65F-AA30CBBD8664}"/>
              </a:ext>
            </a:extLst>
          </p:cNvPr>
          <p:cNvSpPr/>
          <p:nvPr/>
        </p:nvSpPr>
        <p:spPr>
          <a:xfrm>
            <a:off x="342900" y="3911600"/>
            <a:ext cx="1219200" cy="1219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3C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pt-BR" sz="1000" b="1">
                <a:solidFill>
                  <a:srgbClr val="AA0000"/>
                </a:solidFill>
                <a:latin typeface="Calibri" panose="020F0502020204030204" pitchFamily="34" charset="0"/>
              </a:rPr>
              <a:t>14. A Abin Paralela</a:t>
            </a:r>
          </a:p>
          <a:p>
            <a:pPr algn="ctr"/>
            <a:r>
              <a:rPr lang="pt-BR" sz="900">
                <a:solidFill>
                  <a:srgbClr val="141414"/>
                </a:solidFill>
                <a:latin typeface="Calibri" panose="020F0502020204030204" pitchFamily="34" charset="0"/>
              </a:rPr>
              <a:t>Ramagem e relatórios sob medida</a:t>
            </a: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7A040C07-1FC3-D5CC-3B98-C19B19FCDCBE}"/>
              </a:ext>
            </a:extLst>
          </p:cNvPr>
          <p:cNvCxnSpPr/>
          <p:nvPr/>
        </p:nvCxnSpPr>
        <p:spPr>
          <a:xfrm>
            <a:off x="1466905" y="4848309"/>
            <a:ext cx="1169054" cy="743399"/>
          </a:xfrm>
          <a:prstGeom prst="line">
            <a:avLst/>
          </a:prstGeom>
          <a:ln w="31750">
            <a:solidFill>
              <a:srgbClr val="A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lipse 30">
            <a:extLst>
              <a:ext uri="{FF2B5EF4-FFF2-40B4-BE49-F238E27FC236}">
                <a16:creationId xmlns:a16="http://schemas.microsoft.com/office/drawing/2014/main" id="{6373E073-EAF0-D2F2-BD4C-7B60354E5881}"/>
              </a:ext>
            </a:extLst>
          </p:cNvPr>
          <p:cNvSpPr/>
          <p:nvPr/>
        </p:nvSpPr>
        <p:spPr>
          <a:xfrm>
            <a:off x="723900" y="2387600"/>
            <a:ext cx="1219200" cy="1219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3C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pt-BR" sz="1000" b="1">
                <a:solidFill>
                  <a:srgbClr val="AA0000"/>
                </a:solidFill>
                <a:latin typeface="Calibri" panose="020F0502020204030204" pitchFamily="34" charset="0"/>
              </a:rPr>
              <a:t>15. Catraca na Areia</a:t>
            </a:r>
          </a:p>
          <a:p>
            <a:pPr algn="ctr"/>
            <a:r>
              <a:rPr lang="pt-BR" sz="900">
                <a:solidFill>
                  <a:srgbClr val="141414"/>
                </a:solidFill>
                <a:latin typeface="Calibri" panose="020F0502020204030204" pitchFamily="34" charset="0"/>
              </a:rPr>
              <a:t>PEC Praias e cassinos Vegas</a:t>
            </a:r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DDE008C7-BBE3-337C-C937-AF16B2FEA9FA}"/>
              </a:ext>
            </a:extLst>
          </p:cNvPr>
          <p:cNvCxnSpPr/>
          <p:nvPr/>
        </p:nvCxnSpPr>
        <p:spPr>
          <a:xfrm>
            <a:off x="1674981" y="3502178"/>
            <a:ext cx="1227569" cy="1815314"/>
          </a:xfrm>
          <a:prstGeom prst="line">
            <a:avLst/>
          </a:prstGeom>
          <a:ln w="31750">
            <a:solidFill>
              <a:srgbClr val="A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lipse 32">
            <a:extLst>
              <a:ext uri="{FF2B5EF4-FFF2-40B4-BE49-F238E27FC236}">
                <a16:creationId xmlns:a16="http://schemas.microsoft.com/office/drawing/2014/main" id="{D3CEB4DA-E361-EB36-DD18-D3951CF70C69}"/>
              </a:ext>
            </a:extLst>
          </p:cNvPr>
          <p:cNvSpPr/>
          <p:nvPr/>
        </p:nvSpPr>
        <p:spPr>
          <a:xfrm>
            <a:off x="1485900" y="1016000"/>
            <a:ext cx="1219200" cy="12192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3C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pt-BR" sz="1000" b="1">
                <a:solidFill>
                  <a:srgbClr val="AA0000"/>
                </a:solidFill>
                <a:latin typeface="Calibri" panose="020F0502020204030204" pitchFamily="34" charset="0"/>
              </a:rPr>
              <a:t>16. Super PEC da Aposentadoria</a:t>
            </a:r>
          </a:p>
          <a:p>
            <a:pPr algn="ctr"/>
            <a:r>
              <a:rPr lang="pt-BR" sz="900">
                <a:solidFill>
                  <a:srgbClr val="141414"/>
                </a:solidFill>
                <a:latin typeface="Calibri" panose="020F0502020204030204" pitchFamily="34" charset="0"/>
              </a:rPr>
              <a:t>Corte BPC e trava da 6x1</a:t>
            </a:r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226E6637-8BED-5FAD-35F0-38469814AC31}"/>
              </a:ext>
            </a:extLst>
          </p:cNvPr>
          <p:cNvCxnSpPr/>
          <p:nvPr/>
        </p:nvCxnSpPr>
        <p:spPr>
          <a:xfrm>
            <a:off x="2269754" y="2209764"/>
            <a:ext cx="890605" cy="2985649"/>
          </a:xfrm>
          <a:prstGeom prst="line">
            <a:avLst/>
          </a:prstGeom>
          <a:ln w="31750">
            <a:solidFill>
              <a:srgbClr val="A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2988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175</Words>
  <Application>Microsoft Office PowerPoint</Application>
  <PresentationFormat>Personalizar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Suzi Vieira</dc:creator>
  <cp:lastModifiedBy>Suzi Vieira</cp:lastModifiedBy>
  <cp:revision>1</cp:revision>
  <dcterms:created xsi:type="dcterms:W3CDTF">2026-10-23T21:08:21Z</dcterms:created>
  <dcterms:modified xsi:type="dcterms:W3CDTF">2026-10-23T21:11:01Z</dcterms:modified>
</cp:coreProperties>
</file>